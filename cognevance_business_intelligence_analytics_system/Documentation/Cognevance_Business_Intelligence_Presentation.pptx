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Business Intelligence Analytics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Cognevance Technologies</a:t>
            </a:r>
          </a:p>
          <a:p>
            <a:r>
              <a:t>Prepared by: M. Raaid Farhan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498079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• Build an end-to-end BI solution</a:t>
            </a:r>
          </a:p>
          <a:p>
            <a:pPr>
              <a:defRPr sz="2400"/>
            </a:pPr>
            <a:r>
              <a:t>• ETL, SQL, Power BI, Predictive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498079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• Superstore retail dataset</a:t>
            </a:r>
          </a:p>
          <a:p>
            <a:pPr>
              <a:defRPr sz="2400"/>
            </a:pPr>
            <a:r>
              <a:t>• Sales, customers, products, regions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ETL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498079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• Extract</a:t>
            </a:r>
          </a:p>
          <a:p>
            <a:pPr>
              <a:defRPr sz="2400"/>
            </a:pPr>
            <a:r>
              <a:t>• Clean &amp; Transform in Python</a:t>
            </a:r>
          </a:p>
          <a:p>
            <a:pPr>
              <a:defRPr sz="2400"/>
            </a:pPr>
            <a:r>
              <a:t>• Load into PostgreSQL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498079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• PostgreSQL database</a:t>
            </a:r>
          </a:p>
          <a:p>
            <a:pPr>
              <a:defRPr sz="2400"/>
            </a:pPr>
            <a:r>
              <a:t>• Orders table</a:t>
            </a:r>
          </a:p>
          <a:p>
            <a:pPr>
              <a:defRPr sz="2400"/>
            </a:pPr>
            <a:r>
              <a:t>• SQL analysis queries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Dashboards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498079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• Home</a:t>
            </a:r>
          </a:p>
          <a:p>
            <a:pPr>
              <a:defRPr sz="2400"/>
            </a:pPr>
            <a:r>
              <a:t>• Executive Dashboard</a:t>
            </a:r>
          </a:p>
          <a:p>
            <a:pPr>
              <a:defRPr sz="2400"/>
            </a:pPr>
            <a:r>
              <a:t>• Sales</a:t>
            </a:r>
          </a:p>
          <a:p>
            <a:pPr>
              <a:defRPr sz="2400"/>
            </a:pPr>
            <a:r>
              <a:t>• Customer</a:t>
            </a:r>
          </a:p>
          <a:p>
            <a:pPr>
              <a:defRPr sz="2400"/>
            </a:pPr>
            <a:r>
              <a:t>• Product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498079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• Linear Regression</a:t>
            </a:r>
          </a:p>
          <a:p>
            <a:pPr>
              <a:defRPr sz="2400"/>
            </a:pPr>
            <a:r>
              <a:t>• Sales forecasting</a:t>
            </a:r>
          </a:p>
          <a:p>
            <a:pPr>
              <a:defRPr sz="2400"/>
            </a:pPr>
            <a:r>
              <a:t>• Forecast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498079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• Technology category leads</a:t>
            </a:r>
          </a:p>
          <a:p>
            <a:pPr>
              <a:defRPr sz="2400"/>
            </a:pPr>
            <a:r>
              <a:t>• West region highest sales</a:t>
            </a:r>
          </a:p>
          <a:p>
            <a:pPr>
              <a:defRPr sz="2400"/>
            </a:pPr>
            <a:r>
              <a:t>• Gradual forecast growth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498079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• Improve inventory planning</a:t>
            </a:r>
          </a:p>
          <a:p>
            <a:pPr>
              <a:defRPr sz="2400"/>
            </a:pPr>
            <a:r>
              <a:t>• Focus on top regions</a:t>
            </a:r>
          </a:p>
          <a:p>
            <a:pPr>
              <a:defRPr sz="2400"/>
            </a:pPr>
            <a:r>
              <a:t>• Enhance customer retention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498079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• Complete BI solution delivered</a:t>
            </a:r>
          </a:p>
          <a:p>
            <a:pPr>
              <a:defRPr sz="2400"/>
            </a:pPr>
            <a:r>
              <a:t>• Interactive dashboard</a:t>
            </a:r>
          </a:p>
          <a:p>
            <a:pPr>
              <a:defRPr sz="2400"/>
            </a:pPr>
            <a:r>
              <a:t>•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